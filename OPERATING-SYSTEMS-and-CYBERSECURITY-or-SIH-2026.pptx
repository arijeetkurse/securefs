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922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OPERATING SYSTEMS &amp; CYBERSECURITY | SIH 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249505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Designing Secure File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1475" y="291088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 Sensitive Data (SecureFS)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3414613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 summary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3666530"/>
            <a:ext cx="10868745" cy="111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lightweight, tamper-proof encrypted file vault prototype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AES-256-GCM encryption with authenticated ciphertext and MAC-based integrity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PBKDF2-HMAC-SHA256 key derivation with random salt and 100,000 rounds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In-memory keys only; nothing written to disk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Instant tamper detection with permission lockout and audit logging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DoD-grade 3-pass secure shredding with overwrite and fsync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186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THREAT LANDSCAPE &amp; GOALS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372320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 &amp; Security Objectives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2841923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Addressing the critical security gaps in default operating system filesystems.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3126085"/>
            <a:ext cx="10868745" cy="12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Plaintext storage and offline mounting expose data when disks are stolen or accessed externally.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Tamper detection is missing, so modified files and system data can be altered silently.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Insecure deletion leaves recoverable remnants on disk after standard unlink operations.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Encrypted storage with AES-256 keeps raw disk contents confidential at rest.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DoD shredding and fsync-based overwrite help eliminate remanence before deletion.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Immutable audit trail records reads, writes, tamper alerts, and deletes in JSON logs.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4471888"/>
            <a:ext cx="1086874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SecureFS | OS Project SIH 2026: Designing Secure File Systems for Sensitive Data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918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CRYPTOGRAPHIC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535013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 &amp; Cryptographic Engine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1475" y="1961952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Layered defense combining key derivation, authenticated encryption, and sealed container layout.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2243832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CRYPTOGRAPHIC PIPELINE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555577"/>
            <a:ext cx="10868745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Write: Plaintext + Passphrase → PBKDF2 (100k iterations, 16B salt) → AES-256-GCM → .sfs vault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Read: .sfs vault → Extract salt &amp; nonce → Derive key in RAM → Verify MAC → Plaintext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 safety: Decrypt in RAM only; clear keys and plaintext after use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3217466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CRYPTOGRAPHIC PRIMITIVES &amp; SPECS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3529211"/>
            <a:ext cx="10868745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PBKDF2-HMAC-SHA256 for 256-bit key derivation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AES-256-GCM with 12B nonce and 128-bit authentication tag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100,000 iterations; 16-byte CSPRNG-generated salt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4191099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ON-DISK BINARY FORMAT (.sfs FILE)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4502845"/>
            <a:ext cx="10868745" cy="73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[00:16] Salt header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[16:28] GCM nonce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[28:End] Ciphertext + tag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stored passwords or keys; 44B metadata overhead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1475" y="5324773"/>
            <a:ext cx="10868745" cy="41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SecureFS | OS Project SIH 2026: Designing Secure File Systems for Sensitive Data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IMPLEMENTATION &amp; SECURITY MODULES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809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Features &amp; Verification Mechanics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736850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Transparent read/write pipeline with simple file APIs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In-memory key derivation; fresh salt and nonce on every write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Tamper detection before decryption; blocks corrupted data immediately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Append-only audit log with ISO 8601 UTC timestamps and SIEM compatibility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deletion with authentication, multi-pass overwrite, and fsync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72588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SecureFS | OS Project SIH 2026: Designing Secure File Systems for Sensitive Data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05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39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VERIFICATION &amp;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514402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Demo Results &amp; Future Roadmap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2984004"/>
            <a:ext cx="10868745" cy="12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 confirmed encrypted writes, transparent reads, and access rejection for invalid passwords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disk inspection showed no plaintext exposure; tamper simulation triggered immediate integrity failure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Structured JSON-lines audit log captured the full write/read/tamper trail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Tamper Detection: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100.0% via 128-bit MAC verification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Plaintext Remanence: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0.0% after 3-pass overwrite + fsync; 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Derivation Overhead: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~65ms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Roadmap: FUSE mount support, TPM 2.0/HSM key binding, and multi-user RBAC with RSA/ECC sharing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4329807"/>
            <a:ext cx="1086874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SecureFS | OS Project SIH 2026: Designing Secure File Systems for Sensitive Data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2026-09-24T17:17:55Z</dcterms:created>
  <dcterms:modified xsi:type="dcterms:W3CDTF">2026-09-24T17:17:55Z</dcterms:modified>
</cp:coreProperties>
</file>